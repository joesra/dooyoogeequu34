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70" r:id="rId5"/>
    <p:sldId id="265" r:id="rId6"/>
    <p:sldId id="271" r:id="rId7"/>
    <p:sldId id="273" r:id="rId8"/>
    <p:sldId id="275" r:id="rId9"/>
    <p:sldId id="272" r:id="rId10"/>
    <p:sldId id="258" r:id="rId11"/>
    <p:sldId id="262" r:id="rId12"/>
    <p:sldId id="269" r:id="rId13"/>
  </p:sldIdLst>
  <p:sldSz cx="9144000" cy="5143500" type="screen16x9"/>
  <p:notesSz cx="6858000" cy="9144000"/>
  <p:defaultTextStyle>
    <a:defPPr>
      <a:defRPr lang="nl-NL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167A"/>
    <a:srgbClr val="9999F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6B039-CC39-40AB-8B69-37690471E96C}" v="10" dt="2023-12-05T16:57:42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Stijl, licht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726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18153E2-5A23-9C4B-ABFD-85C34EE68D2E}" type="datetime1">
              <a:rPr lang="nl-NL"/>
              <a:pPr>
                <a:defRPr/>
              </a:pPr>
              <a:t>3-11-2025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95A4000-AB18-BA45-8B08-03F3A0050F1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90800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178DF84-B348-DA4D-9998-A76BB457FE31}" type="datetime1">
              <a:rPr lang="nl-NL"/>
              <a:pPr>
                <a:defRPr/>
              </a:pPr>
              <a:t>3-11-2025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  <a:endParaRPr lang="nl-NL" noProof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F9849F0-B82A-A442-AB4B-EDB93AD1F2DC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90268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849F0-B82A-A442-AB4B-EDB93AD1F2DC}" type="slidenum">
              <a:rPr lang="nl-NL" smtClean="0"/>
              <a:pPr>
                <a:defRPr/>
              </a:pPr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4532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di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0714E49-4662-5240-A87F-8FFEEA8D7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Afbeelding 17" descr="Creating Tomorrow">
            <a:extLst>
              <a:ext uri="{FF2B5EF4-FFF2-40B4-BE49-F238E27FC236}">
                <a16:creationId xmlns:a16="http://schemas.microsoft.com/office/drawing/2014/main" id="{062BD3B6-FE14-5847-A939-752BCE3622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8"/>
          </a:xfrm>
          <a:prstGeom prst="rect">
            <a:avLst/>
          </a:prstGeom>
        </p:spPr>
      </p:pic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CB139574-2387-A149-BF89-1740A5E68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903870"/>
            <a:ext cx="5481332" cy="373768"/>
          </a:xfrm>
        </p:spPr>
        <p:txBody>
          <a:bodyPr>
            <a:normAutofit/>
          </a:bodyPr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Naam: N. Achternaam</a:t>
            </a:r>
          </a:p>
          <a:p>
            <a:pPr lvl="0"/>
            <a:r>
              <a:rPr lang="nl-NL" dirty="0"/>
              <a:t>Datum: 00-00-0000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7B6FF56-E482-FB4C-8DE4-16A40C8C2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2103439"/>
            <a:ext cx="5481332" cy="468311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61A5538-FBAA-ED4F-B838-E1FFDA57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1" y="995081"/>
            <a:ext cx="5484282" cy="11083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  <p:pic>
        <p:nvPicPr>
          <p:cNvPr id="9" name="Tijdelijke aanduiding voor afbeelding 8" descr="Logo Hogeschool van Amsterdam">
            <a:extLst>
              <a:ext uri="{FF2B5EF4-FFF2-40B4-BE49-F238E27FC236}">
                <a16:creationId xmlns:a16="http://schemas.microsoft.com/office/drawing/2014/main" id="{BE5F0F6B-3EEF-A348-970C-3919BC338BD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71200" y="99"/>
            <a:ext cx="2872800" cy="619001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dia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452C3271-99C2-AA4C-8843-4DBD01189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Afbeelding 10" descr="Creating Tomorrow">
            <a:extLst>
              <a:ext uri="{FF2B5EF4-FFF2-40B4-BE49-F238E27FC236}">
                <a16:creationId xmlns:a16="http://schemas.microsoft.com/office/drawing/2014/main" id="{1C8F4B79-BD4E-2F4C-B044-962D1C582A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6" name="Tijdelijke aanduiding voor tekst 6">
            <a:extLst>
              <a:ext uri="{FF2B5EF4-FFF2-40B4-BE49-F238E27FC236}">
                <a16:creationId xmlns:a16="http://schemas.microsoft.com/office/drawing/2014/main" id="{CB139574-2387-A149-BF89-1740A5E68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903870"/>
            <a:ext cx="5481332" cy="305682"/>
          </a:xfrm>
        </p:spPr>
        <p:txBody>
          <a:bodyPr>
            <a:normAutofit/>
          </a:bodyPr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900">
                <a:solidFill>
                  <a:srgbClr val="25167A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Naam: N. Achternaam</a:t>
            </a:r>
          </a:p>
          <a:p>
            <a:pPr lvl="0"/>
            <a:r>
              <a:rPr lang="nl-NL" dirty="0"/>
              <a:t>Datum: 00-00-0000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7B6FF56-E482-FB4C-8DE4-16A40C8C2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2103439"/>
            <a:ext cx="5481332" cy="468311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rgbClr val="25167A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61A5538-FBAA-ED4F-B838-E1FFDA57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1" y="995081"/>
            <a:ext cx="5484282" cy="1108357"/>
          </a:xfrm>
        </p:spPr>
        <p:txBody>
          <a:bodyPr/>
          <a:lstStyle>
            <a:lvl1pPr>
              <a:defRPr>
                <a:solidFill>
                  <a:srgbClr val="25167A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0390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dia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 descr="Creating Tomorrow">
            <a:extLst>
              <a:ext uri="{FF2B5EF4-FFF2-40B4-BE49-F238E27FC236}">
                <a16:creationId xmlns:a16="http://schemas.microsoft.com/office/drawing/2014/main" id="{96169777-1A93-AC41-BCCC-3B3AD71B90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16" name="Tijdelijke aanduiding voor afbeelding 15">
            <a:extLst>
              <a:ext uri="{FF2B5EF4-FFF2-40B4-BE49-F238E27FC236}">
                <a16:creationId xmlns:a16="http://schemas.microsoft.com/office/drawing/2014/main" id="{53865B02-C372-3B4F-99F4-DC48043FCE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640800"/>
            <a:ext cx="4572000" cy="3859200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556CDDB-3142-4B4F-8725-BFCD85DD8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39255"/>
            <a:ext cx="4572000" cy="3859200"/>
          </a:xfrm>
          <a:prstGeom prst="rect">
            <a:avLst/>
          </a:prstGeom>
          <a:solidFill>
            <a:srgbClr val="25167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6">
            <a:extLst>
              <a:ext uri="{FF2B5EF4-FFF2-40B4-BE49-F238E27FC236}">
                <a16:creationId xmlns:a16="http://schemas.microsoft.com/office/drawing/2014/main" id="{A5FC0E7E-E23C-BC40-B810-FBCAC1962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903870"/>
            <a:ext cx="3997629" cy="305682"/>
          </a:xfrm>
        </p:spPr>
        <p:txBody>
          <a:bodyPr>
            <a:normAutofit/>
          </a:bodyPr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Naam: N. Achternaam</a:t>
            </a:r>
          </a:p>
          <a:p>
            <a:pPr lvl="0"/>
            <a:r>
              <a:rPr lang="nl-NL" dirty="0"/>
              <a:t>Datum: 00-00-0000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7B6FF56-E482-FB4C-8DE4-16A40C8C20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2103439"/>
            <a:ext cx="3997629" cy="468311"/>
          </a:xfrm>
        </p:spPr>
        <p:txBody>
          <a:bodyPr/>
          <a:lstStyle>
            <a:lvl1pPr marL="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216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432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648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864000" indent="0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61A5538-FBAA-ED4F-B838-E1FFDA57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2" y="995081"/>
            <a:ext cx="3997628" cy="11083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70271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9747375-E943-3F4A-A364-C2E9609ED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Afbeelding 9" descr="Creating Tomorrow">
            <a:extLst>
              <a:ext uri="{FF2B5EF4-FFF2-40B4-BE49-F238E27FC236}">
                <a16:creationId xmlns:a16="http://schemas.microsoft.com/office/drawing/2014/main" id="{6E12549B-A758-2F47-BDFF-31F8D9B10C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9984AE3-7D21-634F-BB5D-ACD345F47C3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8D17EF6-3624-1E47-8EBA-9CFBC6388B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9F8AF7CA-6D0E-9549-8B9D-FE69F3BD31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49" y="2103439"/>
            <a:ext cx="5484283" cy="468312"/>
          </a:xfrm>
        </p:spPr>
        <p:txBody>
          <a:bodyPr/>
          <a:lstStyle>
            <a:lvl1pPr marL="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tel 3">
            <a:extLst>
              <a:ext uri="{FF2B5EF4-FFF2-40B4-BE49-F238E27FC236}">
                <a16:creationId xmlns:a16="http://schemas.microsoft.com/office/drawing/2014/main" id="{03602AD6-01FB-1649-AD9D-FA7C710B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995081"/>
            <a:ext cx="5484283" cy="11083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-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39747375-E943-3F4A-A364-C2E9609ED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Afbeelding 8" descr="Creating Tomorrow">
            <a:extLst>
              <a:ext uri="{FF2B5EF4-FFF2-40B4-BE49-F238E27FC236}">
                <a16:creationId xmlns:a16="http://schemas.microsoft.com/office/drawing/2014/main" id="{86D39C4F-49EF-AD41-B4B5-4F6492E7BB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9984AE3-7D21-634F-BB5D-ACD345F47C3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nl-NL" dirty="0"/>
              <a:t>Titel presentatie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8D17EF6-3624-1E47-8EBA-9CFBC6388B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tekst 6">
            <a:extLst>
              <a:ext uri="{FF2B5EF4-FFF2-40B4-BE49-F238E27FC236}">
                <a16:creationId xmlns:a16="http://schemas.microsoft.com/office/drawing/2014/main" id="{9F8AF7CA-6D0E-9549-8B9D-FE69F3BD31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49" y="2103439"/>
            <a:ext cx="5484283" cy="468312"/>
          </a:xfrm>
        </p:spPr>
        <p:txBody>
          <a:bodyPr/>
          <a:lstStyle>
            <a:lvl1pPr marL="0" indent="0">
              <a:buClr>
                <a:schemeClr val="bg1"/>
              </a:buClr>
              <a:buNone/>
              <a:defRPr>
                <a:solidFill>
                  <a:srgbClr val="25167A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itel 3">
            <a:extLst>
              <a:ext uri="{FF2B5EF4-FFF2-40B4-BE49-F238E27FC236}">
                <a16:creationId xmlns:a16="http://schemas.microsoft.com/office/drawing/2014/main" id="{03602AD6-01FB-1649-AD9D-FA7C710B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995081"/>
            <a:ext cx="5484283" cy="1108357"/>
          </a:xfrm>
        </p:spPr>
        <p:txBody>
          <a:bodyPr/>
          <a:lstStyle>
            <a:lvl1pPr>
              <a:defRPr>
                <a:solidFill>
                  <a:srgbClr val="25167A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9461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42F49DF6-EF89-9242-96AF-13E2B93C5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Afbeelding 9" descr="Creating Tomorrow">
            <a:extLst>
              <a:ext uri="{FF2B5EF4-FFF2-40B4-BE49-F238E27FC236}">
                <a16:creationId xmlns:a16="http://schemas.microsoft.com/office/drawing/2014/main" id="{CC4838CF-D7BB-FD4B-AA3B-F164D4A1DA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492356F-B0BD-C441-ACCC-2B36166F77B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36E3A49-4F16-3D48-BCBD-BE73340D12B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5CC833F-AF5D-BE4A-BBF9-4A5C0DC4AC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850" y="2103438"/>
            <a:ext cx="7978775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4A260E-A58B-9E41-A402-C97E8834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995081"/>
            <a:ext cx="7984772" cy="11083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Creating Tomorrow">
            <a:extLst>
              <a:ext uri="{FF2B5EF4-FFF2-40B4-BE49-F238E27FC236}">
                <a16:creationId xmlns:a16="http://schemas.microsoft.com/office/drawing/2014/main" id="{1C75A9D6-2C46-B646-BDC2-89688A800F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95A2BDAB-AAC0-F642-B6E9-4CB0E962A7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4FA802C-F3CD-5D4D-B3F2-4A13C4F220E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43BBFB1-6BF4-354F-BF3B-825E6A2DF9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0D4A260E-A58B-9E41-A402-C97E8834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995081"/>
            <a:ext cx="8496300" cy="11083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4566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kolommen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AFFB0894-0333-5B42-BDFC-17A0DF056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Afbeelding 9" descr="Creating Tomorrow">
            <a:extLst>
              <a:ext uri="{FF2B5EF4-FFF2-40B4-BE49-F238E27FC236}">
                <a16:creationId xmlns:a16="http://schemas.microsoft.com/office/drawing/2014/main" id="{0406B399-95BD-4446-9220-3C9F8E5149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1C48642-667B-FA4F-88D6-7753205E7ED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91727753-D472-D54D-89CA-B792B41E5512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13" name="Tijdelijke aanduiding voor tekst 10">
            <a:extLst>
              <a:ext uri="{FF2B5EF4-FFF2-40B4-BE49-F238E27FC236}">
                <a16:creationId xmlns:a16="http://schemas.microsoft.com/office/drawing/2014/main" id="{5BF6970D-BDB0-4143-B921-6712EDEF96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55995" y="2103438"/>
            <a:ext cx="3552627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46D8E25C-F890-3949-807A-7D2F4B353F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3850" y="2103438"/>
            <a:ext cx="4069730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1D74C8B-8297-FA47-B027-9DC7D674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995081"/>
            <a:ext cx="7984772" cy="11083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object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Creating Tomorrow">
            <a:extLst>
              <a:ext uri="{FF2B5EF4-FFF2-40B4-BE49-F238E27FC236}">
                <a16:creationId xmlns:a16="http://schemas.microsoft.com/office/drawing/2014/main" id="{D18B712C-1B44-144C-BD2A-D06C2A2910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1C48642-667B-FA4F-88D6-7753205E7ED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91727753-D472-D54D-89CA-B792B41E5512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18" name="Tijdelijke aanduiding voor inhoud 7">
            <a:extLst>
              <a:ext uri="{FF2B5EF4-FFF2-40B4-BE49-F238E27FC236}">
                <a16:creationId xmlns:a16="http://schemas.microsoft.com/office/drawing/2014/main" id="{62B91163-97E5-7C4E-8B1C-CB52D1A5383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51387" y="2103438"/>
            <a:ext cx="3557235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AF53FE7A-E478-E746-9FA5-8780793E6A4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23850" y="2103438"/>
            <a:ext cx="4068763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1D74C8B-8297-FA47-B027-9DC7D674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995081"/>
            <a:ext cx="7984772" cy="11083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37943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foto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C11B77A1-2FC4-0045-B9FD-2F4FEE87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Afbeelding 10" descr="Creating Tomorrow">
            <a:extLst>
              <a:ext uri="{FF2B5EF4-FFF2-40B4-BE49-F238E27FC236}">
                <a16:creationId xmlns:a16="http://schemas.microsoft.com/office/drawing/2014/main" id="{08FE686D-C0FF-3346-B6FF-27D31B96E4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5FA0FFB-3874-7E40-89B2-F972D5F73CD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91727753-D472-D54D-89CA-B792B41E5512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4ACD6D51-22BA-1E44-92F0-52CBDC4FA8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627063"/>
            <a:ext cx="4572000" cy="3889376"/>
          </a:xfrm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2" name="Tijdelijke aanduiding voor inhoud 7">
            <a:extLst>
              <a:ext uri="{FF2B5EF4-FFF2-40B4-BE49-F238E27FC236}">
                <a16:creationId xmlns:a16="http://schemas.microsoft.com/office/drawing/2014/main" id="{12E6FC1D-61CE-E940-A9CA-2EAE39A628F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4751388" y="2103438"/>
            <a:ext cx="3557296" cy="2413000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C6F32A4-0E3B-574E-910E-65CAF9BA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1294" y="995081"/>
            <a:ext cx="4068856" cy="1108357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7333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wee foto'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Creating Tomorrow">
            <a:extLst>
              <a:ext uri="{FF2B5EF4-FFF2-40B4-BE49-F238E27FC236}">
                <a16:creationId xmlns:a16="http://schemas.microsoft.com/office/drawing/2014/main" id="{4588A6F7-D45D-3C4D-A5FB-FF9FCCD6F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5F53128-2F4F-2348-9AF0-C932200934E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91727753-D472-D54D-89CA-B792B41E5512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9" name="Tijdelijke aanduiding voor afbeelding 7" descr="&#10;"/>
          <p:cNvSpPr>
            <a:spLocks noGrp="1"/>
          </p:cNvSpPr>
          <p:nvPr>
            <p:ph type="pic" sz="quarter" idx="20"/>
          </p:nvPr>
        </p:nvSpPr>
        <p:spPr>
          <a:xfrm>
            <a:off x="4756558" y="2103438"/>
            <a:ext cx="4063592" cy="2413000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11" name="Tijdelijke aanduiding voor afbeelding 7"/>
          <p:cNvSpPr>
            <a:spLocks noGrp="1"/>
          </p:cNvSpPr>
          <p:nvPr>
            <p:ph type="pic" sz="quarter" idx="19"/>
          </p:nvPr>
        </p:nvSpPr>
        <p:spPr>
          <a:xfrm>
            <a:off x="323850" y="2103438"/>
            <a:ext cx="4063592" cy="2414562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5DEA03D-7869-4E44-9871-7EE3AE55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83008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Creating Tomorrow">
            <a:extLst>
              <a:ext uri="{FF2B5EF4-FFF2-40B4-BE49-F238E27FC236}">
                <a16:creationId xmlns:a16="http://schemas.microsoft.com/office/drawing/2014/main" id="{AE147936-145B-664D-879C-8943872BC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4" name="Tijdelijke aanduiding voor voettekst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Titel presentatie</a:t>
            </a: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3F88F8-AF4B-2449-8658-FBA6E747A2CB}" type="slidenum">
              <a:rPr lang="nl-NL"/>
              <a:pPr/>
              <a:t>‹nr.›</a:t>
            </a:fld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99D2A2-CE3F-814F-BA65-66B9B454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dia-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2A2DC969-CCE0-1249-932F-4A0237DF4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Afbeelding 6" descr="Creating Tomorrow">
            <a:extLst>
              <a:ext uri="{FF2B5EF4-FFF2-40B4-BE49-F238E27FC236}">
                <a16:creationId xmlns:a16="http://schemas.microsoft.com/office/drawing/2014/main" id="{0BE66D92-CF07-4149-9870-C7D66812FE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8"/>
          </a:xfrm>
          <a:prstGeom prst="rect">
            <a:avLst/>
          </a:prstGeom>
        </p:spPr>
      </p:pic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DE362A0E-BA61-6D43-94BF-9F1A6EF6A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9" y="2103439"/>
            <a:ext cx="4632867" cy="2413000"/>
          </a:xfrm>
        </p:spPr>
        <p:txBody>
          <a:bodyPr>
            <a:normAutofit/>
          </a:bodyPr>
          <a:lstStyle>
            <a:lvl1pPr marL="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1pPr>
            <a:lvl2pPr marL="216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2pPr>
            <a:lvl3pPr marL="432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3pPr>
            <a:lvl4pPr marL="648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4pPr>
            <a:lvl5pPr marL="864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E07EE8-1146-8749-AD65-78B0D67D4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995081"/>
            <a:ext cx="4632867" cy="11083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Bronvermelding</a:t>
            </a:r>
          </a:p>
        </p:txBody>
      </p:sp>
      <p:pic>
        <p:nvPicPr>
          <p:cNvPr id="9" name="Tijdelijke aanduiding voor afbeelding 8" descr="Logo Hogeschool van Amsterdam">
            <a:extLst>
              <a:ext uri="{FF2B5EF4-FFF2-40B4-BE49-F238E27FC236}">
                <a16:creationId xmlns:a16="http://schemas.microsoft.com/office/drawing/2014/main" id="{F7581D9B-C35A-0746-BC44-8D3A54FC32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6271200" y="99"/>
            <a:ext cx="2872800" cy="61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29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dia-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2A2DC969-CCE0-1249-932F-4A0237DF4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Afbeelding 6" descr="Creating Tomorrow">
            <a:extLst>
              <a:ext uri="{FF2B5EF4-FFF2-40B4-BE49-F238E27FC236}">
                <a16:creationId xmlns:a16="http://schemas.microsoft.com/office/drawing/2014/main" id="{09238366-724C-8546-BCFD-1CA62BB194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  <p:sp>
        <p:nvSpPr>
          <p:cNvPr id="12" name="Tijdelijke aanduiding voor tekst 6">
            <a:extLst>
              <a:ext uri="{FF2B5EF4-FFF2-40B4-BE49-F238E27FC236}">
                <a16:creationId xmlns:a16="http://schemas.microsoft.com/office/drawing/2014/main" id="{DE362A0E-BA61-6D43-94BF-9F1A6EF6A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9" y="2103439"/>
            <a:ext cx="4632867" cy="2413000"/>
          </a:xfrm>
        </p:spPr>
        <p:txBody>
          <a:bodyPr>
            <a:normAutofit/>
          </a:bodyPr>
          <a:lstStyle>
            <a:lvl1pPr marL="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rgbClr val="25167A"/>
                </a:solidFill>
              </a:defRPr>
            </a:lvl1pPr>
            <a:lvl2pPr marL="216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2pPr>
            <a:lvl3pPr marL="432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3pPr>
            <a:lvl4pPr marL="648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4pPr>
            <a:lvl5pPr marL="864000" indent="0">
              <a:lnSpc>
                <a:spcPct val="250000"/>
              </a:lnSpc>
              <a:buClr>
                <a:schemeClr val="bg1"/>
              </a:buClr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FE07EE8-1146-8749-AD65-78B0D67D4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995081"/>
            <a:ext cx="4632867" cy="1108357"/>
          </a:xfrm>
        </p:spPr>
        <p:txBody>
          <a:bodyPr/>
          <a:lstStyle>
            <a:lvl1pPr>
              <a:defRPr>
                <a:solidFill>
                  <a:srgbClr val="25167A"/>
                </a:solidFill>
              </a:defRPr>
            </a:lvl1pPr>
          </a:lstStyle>
          <a:p>
            <a:r>
              <a:rPr lang="nl-NL" dirty="0"/>
              <a:t>Bronvermelding</a:t>
            </a:r>
          </a:p>
        </p:txBody>
      </p:sp>
    </p:spTree>
    <p:extLst>
      <p:ext uri="{BB962C8B-B14F-4D97-AF65-F5344CB8AC3E}">
        <p14:creationId xmlns:p14="http://schemas.microsoft.com/office/powerpoint/2010/main" val="57040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57922" y="4676319"/>
            <a:ext cx="3914078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75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</a:lstStyle>
          <a:p>
            <a:pPr>
              <a:defRPr/>
            </a:pPr>
            <a:r>
              <a:rPr lang="nl-NL" dirty="0"/>
              <a:t>Titel presentatie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31275" y="4676319"/>
            <a:ext cx="360101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750">
                <a:solidFill>
                  <a:schemeClr val="tx1"/>
                </a:solidFill>
                <a:ea typeface="Arial" charset="0"/>
                <a:cs typeface="Arial" charset="0"/>
              </a:defRPr>
            </a:lvl1pPr>
          </a:lstStyle>
          <a:p>
            <a:fld id="{49004725-3891-F142-B776-4F4F0619876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1" name="Tijdelijke aanduiding voor titel 10">
            <a:extLst>
              <a:ext uri="{FF2B5EF4-FFF2-40B4-BE49-F238E27FC236}">
                <a16:creationId xmlns:a16="http://schemas.microsoft.com/office/drawing/2014/main" id="{D300BD3F-6B8F-0E4D-9838-108DA9EB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995081"/>
            <a:ext cx="8496300" cy="110835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0DBB5C1A-0EAA-1D4B-8889-5910D8891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2103438"/>
            <a:ext cx="8496300" cy="241300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7" name="Tijdelijke aanduiding voor afbeelding 8">
            <a:extLst>
              <a:ext uri="{FF2B5EF4-FFF2-40B4-BE49-F238E27FC236}">
                <a16:creationId xmlns:a16="http://schemas.microsoft.com/office/drawing/2014/main" id="{C3B3AECC-6A0E-C341-A045-C087D44B5D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/>
          <a:stretch/>
        </p:blipFill>
        <p:spPr>
          <a:xfrm>
            <a:off x="6271200" y="0"/>
            <a:ext cx="2872800" cy="619200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709509D-877A-284B-9DCB-E865E3A9CE2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7270525" y="4524301"/>
            <a:ext cx="1873473" cy="6191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5" r:id="rId2"/>
    <p:sldLayoutId id="2147483674" r:id="rId3"/>
    <p:sldLayoutId id="2147483663" r:id="rId4"/>
    <p:sldLayoutId id="2147483676" r:id="rId5"/>
    <p:sldLayoutId id="2147483659" r:id="rId6"/>
    <p:sldLayoutId id="2147483670" r:id="rId7"/>
    <p:sldLayoutId id="2147483660" r:id="rId8"/>
    <p:sldLayoutId id="2147483671" r:id="rId9"/>
    <p:sldLayoutId id="2147483667" r:id="rId10"/>
    <p:sldLayoutId id="2147483668" r:id="rId11"/>
    <p:sldLayoutId id="2147483661" r:id="rId12"/>
    <p:sldLayoutId id="2147483673" r:id="rId13"/>
    <p:sldLayoutId id="2147483677" r:id="rId14"/>
  </p:sldLayoutIdLst>
  <p:hf hdr="0" dt="0"/>
  <p:txStyles>
    <p:titleStyle>
      <a:lvl1pPr algn="l" defTabSz="342900" rtl="0" eaLnBrk="1" fontAlgn="base" hangingPunct="1">
        <a:spcBef>
          <a:spcPct val="0"/>
        </a:spcBef>
        <a:spcAft>
          <a:spcPct val="0"/>
        </a:spcAft>
        <a:defRPr sz="3400" b="1" i="0" kern="1200" cap="none">
          <a:solidFill>
            <a:srgbClr val="25167A"/>
          </a:solidFill>
          <a:latin typeface="Arial" panose="020B0604020202020204" pitchFamily="34" charset="0"/>
          <a:ea typeface="ＭＳ Ｐゴシック" charset="-128"/>
          <a:cs typeface="Arial" panose="020B0604020202020204" pitchFamily="34" charset="0"/>
        </a:defRPr>
      </a:lvl1pPr>
      <a:lvl2pPr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2pPr>
      <a:lvl3pPr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3pPr>
      <a:lvl4pPr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4pPr>
      <a:lvl5pPr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5pPr>
      <a:lvl6pPr marL="342900"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6pPr>
      <a:lvl7pPr marL="685800"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7pPr>
      <a:lvl8pPr marL="1028700"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8pPr>
      <a:lvl9pPr marL="1371600" algn="l" defTabSz="342900" rtl="0" eaLnBrk="1" fontAlgn="base" hangingPunct="1">
        <a:spcBef>
          <a:spcPct val="0"/>
        </a:spcBef>
        <a:spcAft>
          <a:spcPct val="0"/>
        </a:spcAft>
        <a:defRPr sz="2400">
          <a:solidFill>
            <a:srgbClr val="25167A"/>
          </a:solidFill>
          <a:latin typeface="Arial" charset="0"/>
          <a:ea typeface="ＭＳ Ｐゴシック" charset="-128"/>
        </a:defRPr>
      </a:lvl9pPr>
    </p:titleStyle>
    <p:bodyStyle>
      <a:lvl1pPr marL="216000" indent="-216000" algn="l" defTabSz="342900" rtl="0" eaLnBrk="1" fontAlgn="base" hangingPunct="1">
        <a:lnSpc>
          <a:spcPct val="114000"/>
        </a:lnSpc>
        <a:spcBef>
          <a:spcPts val="0"/>
        </a:spcBef>
        <a:spcAft>
          <a:spcPct val="0"/>
        </a:spcAft>
        <a:buClr>
          <a:srgbClr val="25167A"/>
        </a:buClr>
        <a:buSzPct val="140000"/>
        <a:buFont typeface="Arial" panose="020B0604020202020204" pitchFamily="34" charset="0"/>
        <a:buChar char="•"/>
        <a:defRPr sz="1200" kern="1200" baseline="0">
          <a:solidFill>
            <a:srgbClr val="25167A"/>
          </a:solidFill>
          <a:latin typeface="Arial"/>
          <a:ea typeface="ＭＳ Ｐゴシック" charset="-128"/>
          <a:cs typeface="Arial"/>
        </a:defRPr>
      </a:lvl1pPr>
      <a:lvl2pPr marL="432000" indent="-216000" algn="l" defTabSz="342900" rtl="0" eaLnBrk="1" fontAlgn="base" hangingPunct="1">
        <a:lnSpc>
          <a:spcPct val="114000"/>
        </a:lnSpc>
        <a:spcBef>
          <a:spcPts val="0"/>
        </a:spcBef>
        <a:spcAft>
          <a:spcPct val="0"/>
        </a:spcAft>
        <a:buClr>
          <a:srgbClr val="25167A"/>
        </a:buClr>
        <a:buSzPct val="140000"/>
        <a:buFont typeface="Arial" panose="020B0604020202020204" pitchFamily="34" charset="0"/>
        <a:buChar char="•"/>
        <a:defRPr sz="1200" kern="1200">
          <a:solidFill>
            <a:srgbClr val="25167A"/>
          </a:solidFill>
          <a:latin typeface="Arial"/>
          <a:ea typeface="ＭＳ Ｐゴシック" charset="-128"/>
          <a:cs typeface="Arial"/>
        </a:defRPr>
      </a:lvl2pPr>
      <a:lvl3pPr marL="648000" indent="-216000" algn="l" defTabSz="342900" rtl="0" eaLnBrk="1" fontAlgn="base" hangingPunct="1">
        <a:lnSpc>
          <a:spcPct val="114000"/>
        </a:lnSpc>
        <a:spcBef>
          <a:spcPts val="0"/>
        </a:spcBef>
        <a:spcAft>
          <a:spcPct val="0"/>
        </a:spcAft>
        <a:buClr>
          <a:srgbClr val="25167A"/>
        </a:buClr>
        <a:buSzPct val="140000"/>
        <a:buFont typeface="Arial" panose="020B0604020202020204" pitchFamily="34" charset="0"/>
        <a:buChar char="•"/>
        <a:defRPr sz="1200" kern="1200">
          <a:solidFill>
            <a:srgbClr val="25167A"/>
          </a:solidFill>
          <a:latin typeface="Arial"/>
          <a:ea typeface="ＭＳ Ｐゴシック" charset="-128"/>
          <a:cs typeface="Arial"/>
        </a:defRPr>
      </a:lvl3pPr>
      <a:lvl4pPr marL="864000" indent="-216000" algn="l" defTabSz="342900" rtl="0" eaLnBrk="1" fontAlgn="base" hangingPunct="1">
        <a:lnSpc>
          <a:spcPct val="114000"/>
        </a:lnSpc>
        <a:spcBef>
          <a:spcPts val="0"/>
        </a:spcBef>
        <a:spcAft>
          <a:spcPct val="0"/>
        </a:spcAft>
        <a:buClr>
          <a:srgbClr val="25167A"/>
        </a:buClr>
        <a:buSzPct val="140000"/>
        <a:buFont typeface="Arial" panose="020B0604020202020204" pitchFamily="34" charset="0"/>
        <a:buChar char="•"/>
        <a:defRPr sz="1200" kern="1200">
          <a:solidFill>
            <a:srgbClr val="25167A"/>
          </a:solidFill>
          <a:latin typeface="Arial"/>
          <a:ea typeface="ＭＳ Ｐゴシック" charset="-128"/>
          <a:cs typeface="Arial"/>
        </a:defRPr>
      </a:lvl4pPr>
      <a:lvl5pPr marL="1080000" indent="-216000" algn="l" defTabSz="342900" rtl="0" eaLnBrk="1" fontAlgn="base" hangingPunct="1">
        <a:lnSpc>
          <a:spcPct val="114000"/>
        </a:lnSpc>
        <a:spcBef>
          <a:spcPts val="0"/>
        </a:spcBef>
        <a:spcAft>
          <a:spcPct val="0"/>
        </a:spcAft>
        <a:buClr>
          <a:srgbClr val="25167A"/>
        </a:buClr>
        <a:buSzPct val="140000"/>
        <a:buFont typeface="Arial" panose="020B0604020202020204" pitchFamily="34" charset="0"/>
        <a:buChar char="•"/>
        <a:defRPr sz="1200" kern="1200">
          <a:solidFill>
            <a:srgbClr val="25167A"/>
          </a:solidFill>
          <a:latin typeface="Arial"/>
          <a:ea typeface="ＭＳ Ｐゴシック" charset="-128"/>
          <a:cs typeface="Arial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04" userDrawn="1">
          <p15:clr>
            <a:srgbClr val="F26B43"/>
          </p15:clr>
        </p15:guide>
        <p15:guide id="4" pos="5556" userDrawn="1">
          <p15:clr>
            <a:srgbClr val="F26B43"/>
          </p15:clr>
        </p15:guide>
        <p15:guide id="5" orient="horz" pos="395" userDrawn="1">
          <p15:clr>
            <a:srgbClr val="F26B43"/>
          </p15:clr>
        </p15:guide>
        <p15:guide id="6" orient="horz" pos="2845" userDrawn="1">
          <p15:clr>
            <a:srgbClr val="F26B43"/>
          </p15:clr>
        </p15:guide>
        <p15:guide id="7" orient="horz" pos="690" userDrawn="1">
          <p15:clr>
            <a:srgbClr val="F26B43"/>
          </p15:clr>
        </p15:guide>
        <p15:guide id="8" orient="horz" pos="13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fdmci.hva.nl/propedeuse-hbo-ict/onderwijs/student-projecten/2025-2026/spiegelonderwijs-bim/b3-2425-deopdracht/dooyoogeequu34/-/milestones/4#tab-issues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home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9232C7-7954-7240-915A-02CC307CC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>
                <a:ea typeface="ＭＳ Ｐゴシック"/>
              </a:rPr>
              <a:t>Naam: Emmanuel, Lucas, Stijn en Youssra</a:t>
            </a:r>
            <a:endParaRPr lang="nl-NL" dirty="0"/>
          </a:p>
          <a:p>
            <a:r>
              <a:rPr lang="nl-NL" dirty="0">
                <a:ea typeface="ＭＳ Ｐゴシック"/>
              </a:rPr>
              <a:t>Datum: 7-10-2025</a:t>
            </a:r>
            <a:endParaRPr lang="nl-NL" dirty="0"/>
          </a:p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409173-90F8-084F-9DD0-DCFEF01B6E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0D7D31-21F7-514A-9A8A-AA9ABA3D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Sprint 3</a:t>
            </a:r>
          </a:p>
        </p:txBody>
      </p:sp>
    </p:spTree>
    <p:extLst>
      <p:ext uri="{BB962C8B-B14F-4D97-AF65-F5344CB8AC3E}">
        <p14:creationId xmlns:p14="http://schemas.microsoft.com/office/powerpoint/2010/main" val="135286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CE509B0-238E-934F-986E-19031B0183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Naam: N. Achternaam</a:t>
            </a:r>
          </a:p>
          <a:p>
            <a:r>
              <a:rPr lang="nl-NL" dirty="0"/>
              <a:t>Datum: 00-00-000</a:t>
            </a:r>
          </a:p>
          <a:p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677C783-9456-D345-A0A2-137062C66E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2103439"/>
            <a:ext cx="5481332" cy="1012052"/>
          </a:xfrm>
        </p:spPr>
        <p:txBody>
          <a:bodyPr>
            <a:normAutofit lnSpcReduction="10000"/>
          </a:bodyPr>
          <a:lstStyle/>
          <a:p>
            <a:pPr marL="171450" indent="-171450">
              <a:lnSpc>
                <a:spcPct val="113999"/>
              </a:lnSpc>
              <a:buFont typeface="Calibri" panose="020B0604020202020204" pitchFamily="34" charset="0"/>
              <a:buChar char="-"/>
            </a:pPr>
            <a:r>
              <a:rPr lang="nl-NL" dirty="0">
                <a:ea typeface="ＭＳ Ｐゴシック"/>
              </a:rPr>
              <a:t>Feedback moment &amp; nieuwe EPICS gemaakt</a:t>
            </a:r>
          </a:p>
          <a:p>
            <a:pPr marL="171450" indent="-171450">
              <a:lnSpc>
                <a:spcPct val="113999"/>
              </a:lnSpc>
              <a:buFont typeface="Calibri" panose="020B0604020202020204" pitchFamily="34" charset="0"/>
              <a:buChar char="-"/>
            </a:pPr>
            <a:r>
              <a:rPr lang="nl-NL" dirty="0">
                <a:ea typeface="ＭＳ Ｐゴシック"/>
              </a:rPr>
              <a:t>ERD &amp; EERD</a:t>
            </a:r>
            <a:endParaRPr lang="nl-NL" dirty="0"/>
          </a:p>
          <a:p>
            <a:pPr marL="171450" indent="-171450">
              <a:lnSpc>
                <a:spcPct val="113999"/>
              </a:lnSpc>
              <a:buFont typeface="Calibri,Sans-Serif" panose="020B0604020202020204" pitchFamily="34" charset="0"/>
              <a:buChar char="-"/>
            </a:pPr>
            <a:r>
              <a:rPr lang="nl-NL" dirty="0">
                <a:ea typeface="ＭＳ Ｐゴシック"/>
              </a:rPr>
              <a:t>BPMN &amp; </a:t>
            </a:r>
            <a:r>
              <a:rPr lang="nl-NL" dirty="0" err="1">
                <a:ea typeface="ＭＳ Ｐゴシック"/>
              </a:rPr>
              <a:t>Use</a:t>
            </a:r>
            <a:r>
              <a:rPr lang="nl-NL" dirty="0">
                <a:ea typeface="ＭＳ Ｐゴシック"/>
              </a:rPr>
              <a:t> Case verbeterd</a:t>
            </a:r>
            <a:endParaRPr lang="nl-NL" dirty="0"/>
          </a:p>
          <a:p>
            <a:pPr marL="171450" indent="-171450">
              <a:lnSpc>
                <a:spcPct val="113999"/>
              </a:lnSpc>
              <a:buFont typeface="Calibri" panose="020B0604020202020204" pitchFamily="34" charset="0"/>
              <a:buChar char="-"/>
            </a:pPr>
            <a:r>
              <a:rPr lang="nl-NL" dirty="0" err="1">
                <a:ea typeface="ＭＳ Ｐゴシック"/>
              </a:rPr>
              <a:t>Wire</a:t>
            </a:r>
            <a:r>
              <a:rPr lang="nl-NL" dirty="0">
                <a:ea typeface="ＭＳ Ｐゴシック"/>
              </a:rPr>
              <a:t>-frames </a:t>
            </a:r>
            <a:endParaRPr lang="nl-NL" dirty="0"/>
          </a:p>
          <a:p>
            <a:pPr marL="171450" indent="-171450">
              <a:lnSpc>
                <a:spcPct val="113999"/>
              </a:lnSpc>
              <a:buFont typeface="Calibri" panose="020B0604020202020204" pitchFamily="34" charset="0"/>
              <a:buChar char="-"/>
            </a:pPr>
            <a:r>
              <a:rPr lang="nl-NL" dirty="0">
                <a:ea typeface="ＭＳ Ｐゴシック"/>
              </a:rPr>
              <a:t>Interview</a:t>
            </a:r>
            <a:endParaRPr lang="nl-NL" dirty="0"/>
          </a:p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942A81-DBF7-EB41-8C43-EC07BB3A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/>
                <a:ea typeface="ＭＳ Ｐゴシック"/>
                <a:cs typeface="Arial"/>
              </a:rPr>
              <a:t>Vorige sprint...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182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63511A3-1D42-634B-B6C9-A4B7D79719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2103439"/>
            <a:ext cx="3997629" cy="1305967"/>
          </a:xfr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nl-NL" dirty="0"/>
              <a:t>14 user </a:t>
            </a:r>
            <a:r>
              <a:rPr lang="nl-NL" dirty="0" err="1"/>
              <a:t>stories</a:t>
            </a:r>
            <a:r>
              <a:rPr lang="nl-NL" dirty="0"/>
              <a:t> afgerond</a:t>
            </a:r>
          </a:p>
          <a:p>
            <a:pPr marL="171450" indent="-171450">
              <a:buFontTx/>
              <a:buChar char="-"/>
            </a:pPr>
            <a:r>
              <a:rPr lang="nl-NL" dirty="0"/>
              <a:t>BPMN</a:t>
            </a:r>
          </a:p>
          <a:p>
            <a:pPr marL="171450" indent="-171450">
              <a:buFontTx/>
              <a:buChar char="-"/>
            </a:pPr>
            <a:r>
              <a:rPr lang="nl-NL" dirty="0"/>
              <a:t>EERD</a:t>
            </a:r>
          </a:p>
          <a:p>
            <a:pPr marL="171450" indent="-171450">
              <a:buFontTx/>
              <a:buChar char="-"/>
            </a:pPr>
            <a:r>
              <a:rPr lang="nl-NL" dirty="0"/>
              <a:t>Interview</a:t>
            </a:r>
          </a:p>
          <a:p>
            <a:pPr marL="171450" indent="-171450">
              <a:buFontTx/>
              <a:buChar char="-"/>
            </a:pPr>
            <a:r>
              <a:rPr lang="nl-NL" dirty="0"/>
              <a:t>Showcase van de site</a:t>
            </a:r>
          </a:p>
          <a:p>
            <a:pPr marL="171450" indent="-171450">
              <a:buFontTx/>
              <a:buChar char="-"/>
            </a:pPr>
            <a:endParaRPr lang="nl-NL" dirty="0"/>
          </a:p>
          <a:p>
            <a:pPr marL="171450" indent="-171450">
              <a:buFontTx/>
              <a:buChar char="-"/>
            </a:pPr>
            <a:endParaRPr lang="nl-NL" dirty="0"/>
          </a:p>
          <a:p>
            <a:pPr marL="171450" indent="-171450">
              <a:buFontTx/>
              <a:buChar char="-"/>
            </a:pP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0EA996-A3FE-504A-8553-664DF75D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793217"/>
            <a:ext cx="3997628" cy="1108357"/>
          </a:xfrm>
        </p:spPr>
        <p:txBody>
          <a:bodyPr>
            <a:noAutofit/>
          </a:bodyPr>
          <a:lstStyle/>
          <a:p>
            <a:r>
              <a:rPr lang="nl-NL" dirty="0">
                <a:latin typeface="Arial"/>
                <a:ea typeface="ＭＳ Ｐゴシック"/>
                <a:cs typeface="Arial"/>
              </a:rPr>
              <a:t>Wat hebben we deze sprint gedaan</a:t>
            </a:r>
            <a:endParaRPr lang="nl-NL" dirty="0"/>
          </a:p>
        </p:txBody>
      </p:sp>
      <p:pic>
        <p:nvPicPr>
          <p:cNvPr id="10" name="Tijdelijke aanduiding voor afbeelding 9" descr="Afbeelding met Lettertype, logo, Graphics, symbool&#10;&#10;Door AI gegenereerde inhoud is mogelijk onjuist.">
            <a:extLst>
              <a:ext uri="{FF2B5EF4-FFF2-40B4-BE49-F238E27FC236}">
                <a16:creationId xmlns:a16="http://schemas.microsoft.com/office/drawing/2014/main" id="{BDECF55D-2242-31C1-990F-FB5C095DB08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7795" b="7795"/>
          <a:stretch>
            <a:fillRect/>
          </a:stretch>
        </p:blipFill>
        <p:spPr>
          <a:xfrm>
            <a:off x="4572001" y="642150"/>
            <a:ext cx="4572000" cy="3859200"/>
          </a:xfrm>
        </p:spPr>
      </p:pic>
    </p:spTree>
    <p:extLst>
      <p:ext uri="{BB962C8B-B14F-4D97-AF65-F5344CB8AC3E}">
        <p14:creationId xmlns:p14="http://schemas.microsoft.com/office/powerpoint/2010/main" val="388396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3F41140-B78C-114C-9AC2-BAD3751EF7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84344FE-FC02-8044-B298-5491AE110D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E0D521A-3157-024D-B047-434BBB0DD6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- </a:t>
            </a:r>
            <a:r>
              <a:rPr lang="nl-NL" dirty="0" err="1">
                <a:hlinkClick r:id="rId2"/>
              </a:rPr>
              <a:t>Burndown</a:t>
            </a:r>
            <a:r>
              <a:rPr lang="nl-NL" dirty="0">
                <a:hlinkClick r:id="rId2"/>
              </a:rPr>
              <a:t> </a:t>
            </a:r>
            <a:r>
              <a:rPr lang="nl-NL" dirty="0" err="1">
                <a:hlinkClick r:id="rId2"/>
              </a:rPr>
              <a:t>chart</a:t>
            </a:r>
            <a:br>
              <a:rPr lang="nl-NL" dirty="0"/>
            </a:br>
            <a:r>
              <a:rPr lang="nl-NL" dirty="0"/>
              <a:t>- Wat hebben we afgerond?</a:t>
            </a:r>
          </a:p>
          <a:p>
            <a:pPr marL="171450" indent="-171450">
              <a:buFontTx/>
              <a:buChar char="-"/>
            </a:pPr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AE8E542-98BF-3646-9607-D6EC0A2C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User </a:t>
            </a:r>
            <a:r>
              <a:rPr lang="nl-NL" dirty="0" err="1"/>
              <a:t>stories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8423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A2A096D-24BA-6E91-77EE-3AAB3AD6A1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BFCB52F-7254-BE10-322B-B9BAE4072C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CBF5A93-E726-6F21-5A6C-B845229B2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3973"/>
            <a:ext cx="8961120" cy="3655187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DF811265-D24A-0B5E-937A-F0D6CC647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8" y="270128"/>
            <a:ext cx="5484283" cy="1108357"/>
          </a:xfrm>
        </p:spPr>
        <p:txBody>
          <a:bodyPr/>
          <a:lstStyle/>
          <a:p>
            <a:r>
              <a:rPr lang="nl-NL" dirty="0"/>
              <a:t>BPMN</a:t>
            </a:r>
          </a:p>
        </p:txBody>
      </p:sp>
    </p:spTree>
    <p:extLst>
      <p:ext uri="{BB962C8B-B14F-4D97-AF65-F5344CB8AC3E}">
        <p14:creationId xmlns:p14="http://schemas.microsoft.com/office/powerpoint/2010/main" val="1102971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EB88F61-7CAD-4544-87FF-E6429F05E76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Titel presentatie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FC1C084-5889-C74F-A87E-2952ECDD84C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9004725-3891-F142-B776-4F4F06198762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CEF366-3986-3B43-87BD-2A118AFB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9102" y="748127"/>
            <a:ext cx="5484283" cy="1108357"/>
          </a:xfrm>
        </p:spPr>
        <p:txBody>
          <a:bodyPr/>
          <a:lstStyle/>
          <a:p>
            <a:r>
              <a:rPr lang="nl-NL" dirty="0">
                <a:latin typeface="Arial"/>
                <a:ea typeface="ＭＳ Ｐゴシック"/>
                <a:cs typeface="Arial"/>
              </a:rPr>
              <a:t>Verbeterde</a:t>
            </a:r>
            <a:br>
              <a:rPr lang="nl-NL" dirty="0">
                <a:latin typeface="Arial"/>
                <a:ea typeface="ＭＳ Ｐゴシック"/>
                <a:cs typeface="Arial"/>
              </a:rPr>
            </a:br>
            <a:r>
              <a:rPr lang="nl-NL" dirty="0">
                <a:latin typeface="Arial"/>
                <a:ea typeface="ＭＳ Ｐゴシック"/>
                <a:cs typeface="Arial"/>
              </a:rPr>
              <a:t>EERD </a:t>
            </a:r>
            <a:endParaRPr lang="nl-NL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CB50D9D8-00E7-81A5-2CA2-2369452781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15940" y="1160639"/>
            <a:ext cx="2392680" cy="239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F98BCED0-EC18-15FD-AE10-84DAE06F64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30DE96E-4E88-460E-4654-F21B252AE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13"/>
            <a:ext cx="5354023" cy="4576932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94ACD754-9755-5E09-2B1B-48F506F0A10E}"/>
              </a:ext>
            </a:extLst>
          </p:cNvPr>
          <p:cNvSpPr txBox="1"/>
          <p:nvPr/>
        </p:nvSpPr>
        <p:spPr>
          <a:xfrm>
            <a:off x="5469102" y="2110757"/>
            <a:ext cx="18477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300" dirty="0">
                <a:solidFill>
                  <a:schemeClr val="bg1"/>
                </a:solidFill>
              </a:rPr>
              <a:t>Wat nu?</a:t>
            </a:r>
            <a:br>
              <a:rPr lang="nl-NL" sz="1300" dirty="0">
                <a:solidFill>
                  <a:schemeClr val="bg1"/>
                </a:solidFill>
              </a:rPr>
            </a:br>
            <a:r>
              <a:rPr lang="nl-NL" sz="1300" dirty="0">
                <a:solidFill>
                  <a:schemeClr val="bg1"/>
                </a:solidFill>
              </a:rPr>
              <a:t>Feedback navragen!</a:t>
            </a:r>
          </a:p>
        </p:txBody>
      </p:sp>
    </p:spTree>
    <p:extLst>
      <p:ext uri="{BB962C8B-B14F-4D97-AF65-F5344CB8AC3E}">
        <p14:creationId xmlns:p14="http://schemas.microsoft.com/office/powerpoint/2010/main" val="291806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voettekst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Titel presentatie</a:t>
            </a:r>
          </a:p>
        </p:txBody>
      </p:sp>
      <p:sp>
        <p:nvSpPr>
          <p:cNvPr id="12292" name="Tijdelijke aanduiding voor dianumm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F35F05-412E-7246-BFA0-571C159465C5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Hoe ben ik in contact gekomen</a:t>
            </a:r>
          </a:p>
          <a:p>
            <a:r>
              <a:rPr lang="nl-NL" dirty="0"/>
              <a:t>Hoe is de interview gegaan</a:t>
            </a:r>
          </a:p>
          <a:p>
            <a:r>
              <a:rPr lang="nl-NL" dirty="0"/>
              <a:t>Documentatie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Interview Gemeente Amsterdam (Emmanuel)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Titel presentatie</a:t>
            </a:r>
          </a:p>
        </p:txBody>
      </p:sp>
      <p:sp>
        <p:nvSpPr>
          <p:cNvPr id="12292" name="Tijdelijke aanduiding voor dianummer 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CF35F05-412E-7246-BFA0-571C159465C5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Wolken 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CF2EE2-0EF8-5BFB-4A36-EB03316CC32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nl-NL" dirty="0">
                <a:hlinkClick r:id="rId2"/>
              </a:rPr>
              <a:t>http://127.0.0.1:5000/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5164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51E96A-B418-514C-A87D-B4A3F3C6EB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9" y="1944689"/>
            <a:ext cx="4632867" cy="2366961"/>
          </a:xfrm>
        </p:spPr>
        <p:txBody>
          <a:bodyPr>
            <a:normAutofit fontScale="92500"/>
          </a:bodyPr>
          <a:lstStyle/>
          <a:p>
            <a:pPr marL="171450" indent="-171450">
              <a:buFontTx/>
              <a:buChar char="-"/>
            </a:pPr>
            <a:r>
              <a:rPr lang="nl-NL" sz="1300" dirty="0"/>
              <a:t>Focussen op feedback navragen</a:t>
            </a:r>
          </a:p>
          <a:p>
            <a:pPr marL="171450" indent="-171450">
              <a:buFontTx/>
              <a:buChar char="-"/>
            </a:pPr>
            <a:r>
              <a:rPr lang="nl-NL" sz="1300" dirty="0"/>
              <a:t>Nieuwe user </a:t>
            </a:r>
            <a:r>
              <a:rPr lang="nl-NL" sz="1300" dirty="0" err="1"/>
              <a:t>stories</a:t>
            </a:r>
            <a:r>
              <a:rPr lang="nl-NL" sz="1300" dirty="0"/>
              <a:t> </a:t>
            </a:r>
          </a:p>
          <a:p>
            <a:pPr marL="171450" indent="-171450">
              <a:buFontTx/>
              <a:buChar char="-"/>
            </a:pPr>
            <a:r>
              <a:rPr lang="nl-NL" sz="1300" dirty="0"/>
              <a:t>Een database online koppelen, zodat we echte bestanden kunnen uploaden</a:t>
            </a:r>
          </a:p>
          <a:p>
            <a:pPr marL="171450" indent="-171450">
              <a:buFontTx/>
              <a:buChar char="-"/>
            </a:pPr>
            <a:r>
              <a:rPr lang="nl-NL" sz="1300" dirty="0"/>
              <a:t> Uitgebreide </a:t>
            </a:r>
            <a:r>
              <a:rPr lang="nl-NL" sz="1300" dirty="0" err="1"/>
              <a:t>retrospective</a:t>
            </a:r>
            <a:r>
              <a:rPr lang="nl-NL" sz="1300" dirty="0"/>
              <a:t> houden</a:t>
            </a:r>
          </a:p>
          <a:p>
            <a:pPr marL="171450" indent="-171450">
              <a:buFontTx/>
              <a:buChar char="-"/>
            </a:pPr>
            <a:endParaRPr lang="nl-NL" sz="1300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DA524DE-1CA1-EC4B-AC68-2C7A281C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73100"/>
            <a:ext cx="4632867" cy="1108357"/>
          </a:xfrm>
        </p:spPr>
        <p:txBody>
          <a:bodyPr/>
          <a:lstStyle/>
          <a:p>
            <a:r>
              <a:rPr lang="nl-NL" dirty="0"/>
              <a:t>Wat gaan we nu doen?</a:t>
            </a:r>
          </a:p>
        </p:txBody>
      </p:sp>
    </p:spTree>
    <p:extLst>
      <p:ext uri="{BB962C8B-B14F-4D97-AF65-F5344CB8AC3E}">
        <p14:creationId xmlns:p14="http://schemas.microsoft.com/office/powerpoint/2010/main" val="2122943148"/>
      </p:ext>
    </p:extLst>
  </p:cSld>
  <p:clrMapOvr>
    <a:masterClrMapping/>
  </p:clrMapOvr>
</p:sld>
</file>

<file path=ppt/theme/theme1.xml><?xml version="1.0" encoding="utf-8"?>
<a:theme xmlns:a="http://schemas.openxmlformats.org/drawingml/2006/main" name="SJABLOON Corporate Algemeen ppt - nieuwe huisstijl - titel + volg">
  <a:themeElements>
    <a:clrScheme name="HvA">
      <a:dk1>
        <a:srgbClr val="000000"/>
      </a:dk1>
      <a:lt1>
        <a:srgbClr val="FFFFFF"/>
      </a:lt1>
      <a:dk2>
        <a:srgbClr val="241679"/>
      </a:dk2>
      <a:lt2>
        <a:srgbClr val="F5F5F5"/>
      </a:lt2>
      <a:accent1>
        <a:srgbClr val="241679"/>
      </a:accent1>
      <a:accent2>
        <a:srgbClr val="DAD6E7"/>
      </a:accent2>
      <a:accent3>
        <a:srgbClr val="E6E3EE"/>
      </a:accent3>
      <a:accent4>
        <a:srgbClr val="898989"/>
      </a:accent4>
      <a:accent5>
        <a:srgbClr val="CCCCCC"/>
      </a:accent5>
      <a:accent6>
        <a:srgbClr val="EBEBEB"/>
      </a:accent6>
      <a:hlink>
        <a:srgbClr val="000000"/>
      </a:hlink>
      <a:folHlink>
        <a:srgbClr val="0000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31112-HvA-Template-Presentatie-NL-v2.2-toegankelijk" id="{23DC48E1-D0E6-8C40-AB63-8AABD0D4052F}" vid="{BA97DE08-B66A-194E-BEDD-71B29E6C4B3D}"/>
    </a:ext>
  </a:extLst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ebd478-12d9-44f3-979c-cd6bf194fb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6E7076A9445C48A4BE5C010AC6B70B" ma:contentTypeVersion="10" ma:contentTypeDescription="Create a new document." ma:contentTypeScope="" ma:versionID="424989cdec048467fab65248d654382f">
  <xsd:schema xmlns:xsd="http://www.w3.org/2001/XMLSchema" xmlns:xs="http://www.w3.org/2001/XMLSchema" xmlns:p="http://schemas.microsoft.com/office/2006/metadata/properties" xmlns:ns3="76ebd478-12d9-44f3-979c-cd6bf194fb9a" targetNamespace="http://schemas.microsoft.com/office/2006/metadata/properties" ma:root="true" ma:fieldsID="82450b2fd74e7f8283921aeaba3824d9" ns3:_="">
    <xsd:import namespace="76ebd478-12d9-44f3-979c-cd6bf194fb9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bd478-12d9-44f3-979c-cd6bf194fb9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5E959C-8B79-4C6D-B3A0-785CC468B1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5B8A10-1EAE-4AC1-B152-0D37DE7E8E3F}">
  <ds:schemaRefs>
    <ds:schemaRef ds:uri="http://schemas.microsoft.com/office/2006/metadata/properti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76ebd478-12d9-44f3-979c-cd6bf194fb9a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554FEFF-97E9-4894-9164-A87A14E8EA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ebd478-12d9-44f3-979c-cd6bf194fb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231112-HvA-Template-Presentatie-NL-v2.2-toegankelijk</Template>
  <TotalTime>53</TotalTime>
  <Words>148</Words>
  <Application>Microsoft Office PowerPoint</Application>
  <PresentationFormat>Diavoorstelling (16:9)</PresentationFormat>
  <Paragraphs>46</Paragraphs>
  <Slides>9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ＭＳ Ｐゴシック</vt:lpstr>
      <vt:lpstr>Arial</vt:lpstr>
      <vt:lpstr>Calibri</vt:lpstr>
      <vt:lpstr>Calibri,Sans-Serif</vt:lpstr>
      <vt:lpstr>SJABLOON Corporate Algemeen ppt - nieuwe huisstijl - titel + volg</vt:lpstr>
      <vt:lpstr>Sprint 3</vt:lpstr>
      <vt:lpstr>Vorige sprint...</vt:lpstr>
      <vt:lpstr>Wat hebben we deze sprint gedaan</vt:lpstr>
      <vt:lpstr>User stories</vt:lpstr>
      <vt:lpstr>BPMN</vt:lpstr>
      <vt:lpstr>Verbeterde EERD </vt:lpstr>
      <vt:lpstr>Interview Gemeente Amsterdam (Emmanuel)</vt:lpstr>
      <vt:lpstr>Wolken </vt:lpstr>
      <vt:lpstr>Wat gaan we nu doen?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Youssra Afkir</dc:creator>
  <cp:keywords>Presentatie corporate algemeen breed</cp:keywords>
  <cp:lastModifiedBy>Youssra Afkir</cp:lastModifiedBy>
  <cp:revision>2</cp:revision>
  <dcterms:created xsi:type="dcterms:W3CDTF">2025-11-03T18:20:11Z</dcterms:created>
  <dcterms:modified xsi:type="dcterms:W3CDTF">2025-11-03T19:34:33Z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0x010100F66E7076A9445C48A4BE5C010AC6B70B</vt:lpwstr>
  </property>
  <property fmtid="{D5CDD505-2E9C-101B-9397-08002B2CF9AE}" pid="3" name="Order">
    <vt:r8>83200</vt:r8>
  </property>
  <property fmtid="{D5CDD505-2E9C-101B-9397-08002B2CF9AE}" pid="4" name="MediaServiceImageTags">
    <vt:lpwstr/>
  </property>
</Properties>
</file>